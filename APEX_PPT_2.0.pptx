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C2D89-17F4-DA9C-6414-0D9F37048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A9A160-BCD2-2038-F38F-A7B6BD693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68A5F-8AD4-E843-7FDF-C1E827A42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EC9B-EDC8-43D7-A784-B1778191C8E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77BCD-1D1D-A9CD-8F2D-5C940A526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60808-6B51-5EAC-98AF-EF1B0A2CB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473BC-B34A-4426-B162-EE9D9ED8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218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41B0E-A10B-7AC1-EE0C-0D60B3972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02D21-FBE1-91E6-59CD-A7E2ED23F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2381B-A6DF-80AF-9F2D-19240A8C1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EC9B-EDC8-43D7-A784-B1778191C8E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7A20-44FB-7C35-55CA-1341A0F11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FE6B5-5AA5-3FC1-151E-5A538D60E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473BC-B34A-4426-B162-EE9D9ED8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015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BE423-4F36-886D-C2B5-7DFE66522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689B8A-8704-18FE-CFF4-C5233A354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9FC87-225C-7699-C8AA-3635B5E81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EC9B-EDC8-43D7-A784-B1778191C8E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6F601-DA78-7C1B-806A-6A359352E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94A3B2-FF6A-63DE-BB6B-276F518FF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473BC-B34A-4426-B162-EE9D9ED8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0042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A1CAF-E2A1-CD01-E033-179D32046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86872F-7108-7A74-C86F-606426A1A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7B99E4-88A2-0DB2-80A5-6A1E19E7E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321235-C99B-1435-2298-8C21A315A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EC9B-EDC8-43D7-A784-B1778191C8E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0B93D6-7F0D-6793-7FB9-80E1304BD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6AB15-9506-10CF-7736-0A858F069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473BC-B34A-4426-B162-EE9D9ED8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8588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D8478-F8E5-B0F2-A719-7D7356F08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4DB59A-CC9D-E93F-327F-24D1AA369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5E0831-7DF2-FEFD-8301-0693C2D9BB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ABEB93-C497-EBB9-3E38-AFF676466C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216067-33B4-0EAF-C8D1-F5B4F31114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7080A2-C04B-48E4-8FD2-36B3E538D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EC9B-EDC8-43D7-A784-B1778191C8E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7ED8B8-A401-E4EA-6E4F-979B68DB8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2B5A12-DC1F-77BB-11D9-FD8A9F304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473BC-B34A-4426-B162-EE9D9ED8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96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60ACD-6875-487B-9A18-78C04FEB9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AA5911-D8F3-52D9-647A-0C313EAE2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EC9B-EDC8-43D7-A784-B1778191C8E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B4EFFA-68E2-3262-5344-8D7C8D8A8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3E78EC-11CE-BA5C-92E4-C1F426EDC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473BC-B34A-4426-B162-EE9D9ED8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886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3C0963-CB08-9E12-84AF-D0ECE01A3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EC9B-EDC8-43D7-A784-B1778191C8E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FAF71A-FCE6-6EAF-7B01-BECDD3ADF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CE15D-D53F-0AEF-83BF-D114BB06B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473BC-B34A-4426-B162-EE9D9ED8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82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64E33-4C14-379F-F5A3-22196C139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567A6-A5E8-8031-585C-A1B61E005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2DC04-650B-D217-41D8-EEB2437A54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31C2A-82BE-9D04-E8FE-D6920D3A8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EC9B-EDC8-43D7-A784-B1778191C8E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4EDD0-39D7-228F-3265-2E17411A3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1FAB6-C18B-6D8B-45E7-B9C83FCF6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473BC-B34A-4426-B162-EE9D9ED8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8901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B40B9-7DEB-4346-59B3-71A7C528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C11888-6EF4-AEF3-6FFF-EAF5FE71ADE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DA81ED-56F8-EBA4-5F7E-617104DCB9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10F57-37C2-B574-913D-818F9BCA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EC9B-EDC8-43D7-A784-B1778191C8E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C52C31-8968-B465-A29C-1CD88EA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34EB0E-B003-21F3-C5D6-82DB418FC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473BC-B34A-4426-B162-EE9D9ED8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0211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172AC-A171-8BCB-D841-12781BDC0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56B5C-846A-D088-2C95-26D5844593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24BE7-9FF4-1559-2FEA-4AEC743AE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EC9B-EDC8-43D7-A784-B1778191C8E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0B374-6F7C-CA94-C23A-F5E6893B8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337A4-66D4-8526-1D85-E546249B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473BC-B34A-4426-B162-EE9D9ED8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286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2622F8-A4CE-EB7E-CF3E-EC928F34F2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C9B7B-A9B4-A1AF-842D-D37AD9DBE0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BB2D7-05EA-FE8A-0834-108FC8348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FEC9B-EDC8-43D7-A784-B1778191C8E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624A5-4EB3-6F13-7134-10AAA0B83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6E8D-18CB-B768-D7DF-695A59AAE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0473BC-B34A-4426-B162-EE9D9ED8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231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164D60-070F-EB89-F929-1AC0FE43D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8E3B9-B0A6-8459-A271-EDB42D394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4E110-E7B3-4D34-01BC-C3D0D9EEA4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8FEC9B-EDC8-43D7-A784-B1778191C8E4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ECB94-5C7F-E216-3623-8415B6823C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E79E9-A38E-3CD9-DBEF-76DDD6F4B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0473BC-B34A-4426-B162-EE9D9ED8C9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310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ACD3E-7A6F-2F32-AF90-F378A91EB6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CD06C-2336-0AB6-EE51-A1D506196C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A5506E-B5FF-C7D9-A368-7BC7E4237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087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42A9C-97EF-56BC-8C23-17ABECDDD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017207-5EC2-EC48-BC86-FE9965C95C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405B53-B5E7-AC4B-284C-DB6BF35D9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682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BF60B-A3CE-3C81-39EA-7B9662FC9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0EB8E-A0F2-4C75-68E7-1D5DE2575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22A2F7-6855-D87E-6F49-BF512A96D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5882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01EC4-B2C2-8EBE-A829-7D097D716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247F3-B9D7-E56D-EFD8-470696CE4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CDECE2-E59B-05BB-4DD1-43576CE21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506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C897D-796D-4BD1-49C3-0B8E031AC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BC8483-B1B5-85C6-3F1E-F6E2C5D8B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63E7E4-2BD5-DDF3-8D5B-68912F3D6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730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0A8C9-CFB8-212F-2EC8-B7247AEBB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7A4A8-5748-F453-8640-24D27DBB4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A6B0CA-24B5-ACA5-9B9E-AF92E1501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333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6DD77-CF4D-F362-3532-CCF5F4E76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80D4E-4E75-387A-51A6-A911CCD4B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0961E-6EE9-2AB9-BB98-532E736A4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2198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6C8E8-1165-2AA5-36E5-3D3836299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6A0CF-CB3A-A9A1-4953-2B09FD3D4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066218-090E-9EDF-D3E7-F2922A37C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187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Satyam Shrivastav</dc:creator>
  <cp:lastModifiedBy>Satyam Shrivastav</cp:lastModifiedBy>
  <cp:revision>3</cp:revision>
  <dcterms:created xsi:type="dcterms:W3CDTF">2026-10-12T04:40:59Z</dcterms:created>
  <dcterms:modified xsi:type="dcterms:W3CDTF">2026-10-12T04:51:43Z</dcterms:modified>
</cp:coreProperties>
</file>